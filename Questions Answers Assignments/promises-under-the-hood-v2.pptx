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Promises really work —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they talk to the browser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251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internals, the event loop, the wire protocol to the browser, and a live code walkthrough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502920" cy="36576"/>
          </a:xfrm>
          <a:prstGeom prst="rect">
            <a:avLst/>
          </a:prstGeom>
          <a:solidFill>
            <a:srgbClr val="5DCAA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93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Promise actually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internal slots, not a string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093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machine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042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fulfilled, rejected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169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33192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await parallel?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answer, with the real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169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3192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internals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611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.then()/resolve() really 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7822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245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62686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protocol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919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CDP-style JSON messages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07822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2245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462686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architecture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919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CDP, Juggler, and WebKit's protocol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38581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532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7240" y="59344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622706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Microtasks vs macrotasks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538581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532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00800" y="59344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walkthrough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622706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script, line by line, with real output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 state machine, not a string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 real object allocated on the engine's heap. The spec gives it five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slots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fields your code can never read directly.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detail: internally the engine stores state as a small integer enum (kPending=0, kFulfilled=1, kRejected=2) inside the object, not literally the word “pending.” That's an implementation detail of V8 — the spec itself just names the three states.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way: promise.state is always undefined in your code. You react via .then()/await, you never poll.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[[PromiseState]]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| fulfilled | rejected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56032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[[PromiseResult]]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fulfillment value or rejection reason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6576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[[PromiseFulfillReactions]]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queued for success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7548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846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[[PromiseRejectReactions]]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5212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queued for failure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direction, one transition, ever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358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 — no value yet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03920" y="16459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1847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with a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4023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4224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with a reason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3429000"/>
            <a:ext cx="4846320" cy="-91440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3429000"/>
            <a:ext cx="4846320" cy="914400"/>
          </a:xfrm>
          <a:prstGeom prst="line">
            <a:avLst/>
          </a:prstGeom>
          <a:noFill/>
          <a:ln w="25400">
            <a:solidFill>
              <a:srgbClr val="993C1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93192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resolve(value)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4343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reject(reason)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settled, a Promise never changes state again — calling resolve() or reject() a second time is silently ignored.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await waiting “parallel execution”?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Your test code is single-threaded — it fully suspends and hands the thread back.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51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JS thread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0175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page.click(...)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suspends, thread freed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3886200"/>
            <a:ext cx="0" cy="50292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560320" y="3995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signal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5720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process (C++ / OS)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5029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click on its own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threads — this is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real parallelism lives.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514600"/>
            <a:ext cx="5349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“Idle” isn't quite complete — the freed thread could run other queued microtasks/timers if any existed. In a simple script with nothing else pending, it looks idle. The parallel work itself always happens outside the JS thread, in the browser's own multi-process, multi-threaded engine.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.then() / resolve() do internally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Calling .then(onF, onR)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a PromiseReaction record to the fulfill/reject reaction lists — or schedules it immediately if the promise already settled.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09067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Calling resolve(value)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4747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[[PromiseState]], stores [[PromiseResult]], then enqueues one PromiseReactionJob per waiting reaction onto the microtask queue.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5994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reaction job runs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9834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callback and settles the child promise .then() returned — which is how chains propagate.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PROTOCOL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message actually gets to the browser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page.click('#btn')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49040" y="2103120"/>
            <a:ext cx="59436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16002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09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driver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serializes the call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43800" y="2103120"/>
            <a:ext cx="59436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6002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09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executes, replies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WebSocket — both directions, JSON-RPC-shaped messages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CDP-style message sent over the socket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42,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"Runtime.evaluate",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"expression": "document.querySelector('#btn').click()"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replies over the same socket with a matching "id": 42 result — that reply is what finally lets Playwright resolve the Promise your await is suspended 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API, three different protocols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/ V8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DevTools Protocol (CDP)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Playwright speaks CDP directly, no patching needed for the protocol itself.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1F5E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55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Gecko / SpiderMonkey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51460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14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Juggler (custom protocol)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CDP. Juggler is a protocol the Playwright team wrote from scratch and patches into Firefox — CDP-like in spirit, but its own thing.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755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WebKit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121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WebKit / JSCore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66760" y="251460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514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Patched Inspector Protocol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66760" y="320040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extends WebKit's own Inspector Protocol with custom automation hooks — not Apple's Safari Remote Automation (that's a separate, safaridriver-only protocol).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Microtasks always drain before the next macrotask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019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runTest()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35808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358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page.click()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73736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019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queue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377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.then callback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035808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0358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continuation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73736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9019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queue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23774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377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3035808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30358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CDP reply arrives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after the current synchronous run finishes, the engine fully empties the microtask queue before it looks at the macrotask queue again.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an immediately-resolved Promise's .then() always runs before even a setTimeout(fn, 0).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SUGAR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await compiles down 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run() 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page.click(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'#btn'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console.log(res);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0C234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runs (conceptually)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run() 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page.click('#btn')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.then(res =&gt; 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console.log(res);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suspends the async function and returns control to the caller immediately — the rest of the function becomes the .then() callback, queued as a microtask once the awaited Promise settles.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state change — in your own 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43600" cy="4663440"/>
          </a:xfrm>
          <a:prstGeom prst="roundRect">
            <a:avLst>
              <a:gd name="adj" fmla="val 1569"/>
            </a:avLst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chromium } from "playwright";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(async () =&gt; {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browser = await chromium.launch({ headless: false });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page = await browser.newPage();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console.log("1. Opening website...");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promise = page.goto("https://example.com");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console.log("2. Nav Promise:", promise);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promise;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console.log("3. Nav finished:", promise);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console.log("4. Title:", await page.title());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browser.close();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})();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4892040" cy="4663440"/>
          </a:xfrm>
          <a:prstGeom prst="roundRect">
            <a:avLst>
              <a:gd name="adj" fmla="val 1569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D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Opening website...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49440" y="22494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Nav Promise: Promise { &lt;pending&gt; 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49440" y="2578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state is pending — goto() hasn't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settled yet, we haven't awaited 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0" y="32369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Nav finished: Promise { Response 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944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same variable, now fulfilled —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0" y="3895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the await above unblocked 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49440" y="4224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Title: Example Domain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49440" y="478231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yourself: node --loader ts-node/esm test.ts (or ts-node test.ts) and watch line 2 vs line 3.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WAYS TO SEE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console.log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 Promise in the console or a breakpoint scope — you'll see [[PromiseState]] and [[PromiseResult]] listed directly.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373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hover (VS Code)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76272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Promise variable mid-await — the tooltip shows its current internal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319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util.inspect(p)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370832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Node scripts, exposes the same internal-slot view console.log uses — useful in custom loggers.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319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trace viewer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370832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show-trace lets you scrub through every awaited action and see exactly when each one settled.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 in your test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Auto-waiting is a Promise loop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page.click() retries actionability checks (visible, stable, enabled) in a polling loop wrapped in one Promise that only settles once every check passes.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are a Promise.race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awaited action races the real operation against a timer Promise — whichever settles first wins. That's the mechanism behind your timeout errors.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46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waits are often a queue-ordering bug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await lets a Promise stay pending while your test moves on — the assertion runs before the microtask that would update state ever gets to drain.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8680" y="126187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06070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 state machine with hidden internal slots — not a string, not a readable property.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5623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only moves pending → fulfilled or pending → rejected, once, ever.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852928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517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never means parallel execution — it suspends a single thread; real parallelism lives in the browser's own processes.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648456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4728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talks to the browser over a persistent WebSocket using CDP (Chromium), Juggler (Firefox), or a patched Inspector Protocol (WebKit) — three different protocols behind one API.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443984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24281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Microtasks (.then, await continuations) always fully drain before the next macrotask runs.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523951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03834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Playwright's auto-waiting and timeouts are built entirely on these same Promise primitives.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606040"/>
            <a:ext cx="502920" cy="36576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states are internal — the tools and the protocol traffic to observe them are not.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2026-08-23T16:16:05Z</dcterms:created>
  <dcterms:modified xsi:type="dcterms:W3CDTF">2026-08-23T16:16:05Z</dcterms:modified>
</cp:coreProperties>
</file>