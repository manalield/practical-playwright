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UNDER THE HOOD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65176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machine, event loop, and how they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the browser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4348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low-level look at Promise internals for test engineers working with Playwright + TypeScript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251960"/>
            <a:ext cx="502920" cy="36576"/>
          </a:xfrm>
          <a:prstGeom prst="rect">
            <a:avLst/>
          </a:prstGeom>
          <a:solidFill>
            <a:srgbClr val="5DCAA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7335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07568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Promise actually 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368296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Spec-level definition, not the mental model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50876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67335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0" y="207568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machine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368296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pending, fulfilled, rejected — and how it moves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816352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98094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7240" y="338328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engines implement 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67588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slots and reaction records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2816352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98094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0" y="338328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and the browser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367588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actually calls resolve()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23944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28853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77240" y="469087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 loop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9834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Microtasks vs macrotasks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4123944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428853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400800" y="469087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async/await, unsugared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0" y="49834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keyword compiles down to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431536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59612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77240" y="5998464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Playwright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" y="629107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Auto-waiting and awaited actions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72200" y="5431536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559612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400800" y="5998464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Observing state live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0" y="629107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console, DevTools, and the debugger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under the hood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 is a state machine, not a value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ECMAScript spec defines a Promise as an ordinary object carrying five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slots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fields your code can never read directly, only the engine can.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21208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slots are exposed as properties. That's why promise.state is undefined — you're always meant to react via .then(), not poll.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63640" y="1508760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EEEDFE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58191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[[PromiseState]]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92240" y="192938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“pending” | “fulfilled” | “rejected”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2468880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EEEDFE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54203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[[PromiseResult]]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88950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fulfillment value or rejection reason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3429000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EEEDFE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350215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[[PromiseFulfillReactions]]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384962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callbacks waiting on success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4389120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EEEDFE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46227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[[PromiseRejectReactions]]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480974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callbacks waiting on failure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5349240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EEEDFE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542239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[[PromiseIsHandled]]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576986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unhandled rejections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under the hood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direction, one transition, ever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283464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AEEDA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0358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state — no value yet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503920" y="164592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0" y="18470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fulfilled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503920" y="2331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 with a value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503920" y="402336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AECE7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42245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5039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 with a reason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3429000"/>
            <a:ext cx="4846320" cy="-914400"/>
          </a:xfrm>
          <a:prstGeom prst="line">
            <a:avLst/>
          </a:prstGeom>
          <a:noFill/>
          <a:ln w="25400">
            <a:solidFill>
              <a:srgbClr val="0F6E5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657600" y="3429000"/>
            <a:ext cx="4846320" cy="914400"/>
          </a:xfrm>
          <a:prstGeom prst="line">
            <a:avLst/>
          </a:prstGeom>
          <a:noFill/>
          <a:ln w="25400">
            <a:solidFill>
              <a:srgbClr val="993C1D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931920" y="2148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resolve(value)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0" y="4343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3C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reject(reason)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settled, a Promise never changes state again — calling resolve() or reject() a second time is silently ignored.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under the hood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.then() actually does internally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0F6E5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53619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Calling .then(onF, onR)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92024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Promise, then appends a PromiseReaction record to [[PromiseFulfillReactions]] and [[PromiseRejectReactions]] — unless the promise already settled, in which case the reaction is scheduled right away.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0F6E5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95351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Calling resolve(value)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333756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 [[PromiseState]] to fulfilled, stores value in [[PromiseResult]], then walks every queued reaction and enqueues one PromiseReactionJob per reaction onto the microtask queue.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38912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0F6E5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437083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reaction job runs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475488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job calls the original onFulfilled/onRejected callback, and settles the child promise .then() returned — which is how chains propagate.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under the hood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ENVIRONMENT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manages state — the browser decides when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 object is pure JS-engine bookkeeping. It has no idea what a network request or a timer is. Something outside the engine — the host environment — does the real work and calls resolve() when it's done.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E6F1FB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6060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5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fetch()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3154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Browser's networking stack opens the connection off the JS thread. When headers arrive, it schedules a task that calls resolve(response).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237744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AEEDA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6060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54F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setTimeout()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0" y="3154680"/>
            <a:ext cx="3154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in a Promise for delay(), the browser's timer thread fires after the interval and enqueues the callback as a macrotask.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38160" y="237744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E1F5EE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26060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page.click()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366760" y="3154680"/>
            <a:ext cx="3154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sends a CDP command to the real browser, waits for the dispatch event over the wire, then resolves the Node-side Promise.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 is just the handoff mechanism — the async work always happens somewhere else.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under the hood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Microtasks always drain before the next macrotask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46120" cy="3017520"/>
          </a:xfrm>
          <a:prstGeom prst="roundRect">
            <a:avLst>
              <a:gd name="adj" fmla="val 2424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9339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stack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688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runTest()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127248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12724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page.click()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1828800"/>
            <a:ext cx="3246120" cy="3017520"/>
          </a:xfrm>
          <a:prstGeom prst="roundRect">
            <a:avLst>
              <a:gd name="adj" fmla="val 2424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99339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Microtask queue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2468880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24688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4A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.then callback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0" y="3127248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312724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4A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continuation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80960" y="1828800"/>
            <a:ext cx="3246120" cy="3017520"/>
          </a:xfrm>
          <a:prstGeom prst="roundRect">
            <a:avLst>
              <a:gd name="adj" fmla="val 2424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199339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Macrotask queue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863840" y="2468880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01000" y="24688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3C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setTimeout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63840" y="3127248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01000" y="312724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3C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CDP event delivery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5074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after the current synchronous run finishes, the engine fully empties the microtask queue — every .then and await continuation — before it looks at the macrotask queue again.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an immediately-resolved Promise's .then() always runs before even a setTimeout(fn, 0).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under the hood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SUGAR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await compiles down 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run() {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 = await page.click(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'#btn'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console.log(res);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0C2340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7373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runs (conceptually)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37960" y="210312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run() {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page.click('#btn')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.then(res =&gt; {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console.log(res);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943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suspends the async function and returns control to the caller immediately — the rest of the function becomes the .then() callback, queued as a microtask once the awaited Promise settles.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under the hood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shows up in Playwright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972800" cy="1371600"/>
          </a:xfrm>
          <a:prstGeom prst="roundRect">
            <a:avLst>
              <a:gd name="adj" fmla="val 533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Auto-waiting is a Promise loop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page.click() isn't one resolve — Playwright internally retries actionability checks (visible, stable, enabled) in a polling loop wrapped in a single Promise that only settles once every check passes.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10972800" cy="1371600"/>
          </a:xfrm>
          <a:prstGeom prst="roundRect">
            <a:avLst>
              <a:gd name="adj" fmla="val 533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2918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 are a Promise.race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awaited action races the real operation against a timer Promise; whichever settles first wins — that's the mechanism behind your timeout errors.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10972800" cy="1371600"/>
          </a:xfrm>
          <a:prstGeom prst="roundRect">
            <a:avLst>
              <a:gd name="adj" fmla="val 533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8463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 waits are often a queue-ordering bug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521208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await lets a promise stay pending while your test moves on — the assertion runs before the microtask that would have updated state ever gets to drain.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under the hood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actually see the state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6F1FB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5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console.log(p)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4892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Promise { &lt;pending&gt; } or the settled value — Node's inspector reads the internal slots for you.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6F1FB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73736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DevTools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2240280"/>
            <a:ext cx="4892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 Promise in the console or a breakpoint scope and you'll see [[PromiseState]] and [[PromiseResult]] listed directly.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6F1FB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11480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Debugger hover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4617720"/>
            <a:ext cx="4892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VS Code or DevTools, hover a Promise variable mid-await — the tooltip shows its current internal state.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9319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6F1FB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11480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5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util.inspect(p)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4617720"/>
            <a:ext cx="4892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Node scripts, util.inspect exposes the same internal-slot view console.log uses, useful in custom loggers.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under the hood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68680" y="1307592"/>
            <a:ext cx="91440" cy="91440"/>
          </a:xfrm>
          <a:prstGeom prst="ellipse">
            <a:avLst/>
          </a:prstGeom>
          <a:solidFill>
            <a:srgbClr val="5DCAA5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12471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 is a state machine with hidden internal slots — not a readable property you can poll.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2084832"/>
            <a:ext cx="91440" cy="91440"/>
          </a:xfrm>
          <a:prstGeom prst="ellipse">
            <a:avLst/>
          </a:prstGeom>
          <a:solidFill>
            <a:srgbClr val="5DCAA5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90195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only moves pending → fulfilled or pending → rejected, once, ever.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862072"/>
            <a:ext cx="91440" cy="91440"/>
          </a:xfrm>
          <a:prstGeom prst="ellipse">
            <a:avLst/>
          </a:prstGeom>
          <a:solidFill>
            <a:srgbClr val="5DCAA5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67919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JS engine manages reactions; the host environment (browser or Node) does the real async work and triggers resolve().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3639312"/>
            <a:ext cx="91440" cy="91440"/>
          </a:xfrm>
          <a:prstGeom prst="ellipse">
            <a:avLst/>
          </a:prstGeom>
          <a:solidFill>
            <a:srgbClr val="5DCAA5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45643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Microtasks (.then, await continuations) always fully drain before the next macrotask runs.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68680" y="4416552"/>
            <a:ext cx="91440" cy="91440"/>
          </a:xfrm>
          <a:prstGeom prst="ellipse">
            <a:avLst/>
          </a:prstGeom>
          <a:solidFill>
            <a:srgbClr val="5DCAA5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23367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is sugar for .then() — it suspends and hands control back immediately.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68680" y="5193792"/>
            <a:ext cx="91440" cy="91440"/>
          </a:xfrm>
          <a:prstGeom prst="ellipse">
            <a:avLst/>
          </a:prstGeom>
          <a:solidFill>
            <a:srgbClr val="5DCAA5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501091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Playwright's auto-waiting and timeouts are built entirely on these same primitives.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68680" y="2606040"/>
            <a:ext cx="502920" cy="36576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429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states are internal — the tools to observe them are not.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2026-08-23T12:51:25Z</dcterms:created>
  <dcterms:modified xsi:type="dcterms:W3CDTF">2026-08-23T12:51:25Z</dcterms:modified>
</cp:coreProperties>
</file>